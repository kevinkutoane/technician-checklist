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542" autoAdjust="0"/>
  </p:normalViewPr>
  <p:slideViewPr>
    <p:cSldViewPr snapToGrid="0" snapToObjects="1">
      <p:cViewPr varScale="1">
        <p:scale>
          <a:sx n="74" d="100"/>
          <a:sy n="74" d="100"/>
        </p:scale>
        <p:origin x="1013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6153C3-7D53-498F-9954-34A82D2AA4CF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863F6-3AE3-4D2F-8AA5-534BBD99B14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8708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863F6-3AE3-4D2F-8AA5-534BBD99B14F}" type="slidenum">
              <a:rPr lang="en-ZA" smtClean="0"/>
              <a:t>7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65100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1A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Technician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2316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AAC4E8"/>
                </a:solidFill>
                <a:latin typeface="Calibri"/>
              </a:rPr>
              <a:t>Ops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461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DAF0"/>
                </a:solidFill>
                <a:latin typeface="Calibri"/>
              </a:rPr>
              <a:t>A mobile-friendly web application replacing paper-based
equipment checklists for IT technicians and administrators.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2179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799BB"/>
                </a:solidFill>
                <a:latin typeface="Calibri"/>
              </a:rPr>
              <a:t>IT Team  ·  March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 &amp;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4E8"/>
                </a:solidFill>
                <a:latin typeface="Calibri"/>
              </a:rPr>
              <a:t>Why we built this — and what it delivers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394960" cy="411480"/>
          </a:xfrm>
          <a:prstGeom prst="rect">
            <a:avLst/>
          </a:prstGeom>
          <a:solidFill>
            <a:srgbClr val="0D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44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BEFORE — Paper-Based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28800"/>
            <a:ext cx="539496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✗  Daily checks done on paper forms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49424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✗  No real-time visibility for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✗  Lost or illegible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71215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✗  No audit trail or 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82111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✗  Flagged issues easily overlooked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93007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✗  Admin accounts created via scripts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1417320"/>
            <a:ext cx="5394960" cy="411480"/>
          </a:xfrm>
          <a:prstGeom prst="rect">
            <a:avLst/>
          </a:prstGeom>
          <a:solidFill>
            <a:srgbClr val="1A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1444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AFTER — Ops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828800"/>
            <a:ext cx="539496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19385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✓  Digital checklists on any device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249424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✓  Live dashboard with coverage tiles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✓  Permanent searchable submission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71215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✓  Full audit log of every admin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182111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✓  Instant email alerts for flagged equipment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493007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✓  Admin self-service password reset via 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4747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A6FC4"/>
                </a:solidFill>
                <a:latin typeface="Calibri"/>
              </a:rPr>
              <a:t>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Core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4E8"/>
                </a:solidFill>
                <a:latin typeface="Calibri"/>
              </a:rPr>
              <a:t>What every user can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352044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79" y="1435607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📋 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783079"/>
            <a:ext cx="3246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Select classroom &amp; equipment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093975"/>
            <a:ext cx="3246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Set status: Working / Needs Repair / Not Working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404871"/>
            <a:ext cx="3246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Add notes per 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715767"/>
            <a:ext cx="3246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Submit — logged instantly to database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1325880"/>
            <a:ext cx="352044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23360" y="1435607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📊 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1783079"/>
            <a:ext cx="3246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Today's classroom coverage at a glance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093975"/>
            <a:ext cx="3246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Flagged issues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404871"/>
            <a:ext cx="3246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Filter by date, classroom, technician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715767"/>
            <a:ext cx="3246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Export submission reports to PDF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325880"/>
            <a:ext cx="4370832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1435607"/>
            <a:ext cx="4096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🔧  QA Checklist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1783079"/>
            <a:ext cx="40965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28-step IT setup verification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2093975"/>
            <a:ext cx="40965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Tracks new machine deployments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404871"/>
            <a:ext cx="40965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Stored with technician signature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977639"/>
            <a:ext cx="56235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79" y="40873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📦  Asset Agreement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79" y="4434840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Log laptop &amp; peripheral issuance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79" y="474573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Digital signature capture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5056631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Permanent onboarding record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3977639"/>
            <a:ext cx="5879592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26480" y="4087368"/>
            <a:ext cx="5605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⚙️  Settings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434840"/>
            <a:ext cx="56052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Update name, username, email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745736"/>
            <a:ext cx="56052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Change password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5056631"/>
            <a:ext cx="56052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Toggle dark / light theme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Admin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4E8"/>
                </a:solidFill>
                <a:latin typeface="Calibri"/>
              </a:rPr>
              <a:t>Full operational control for administrators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79" y="1435607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783079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Classroom / equipment / technician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093975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Today's coverage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404871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Unchecked classroom alerts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71576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Most-problematic equipment (30-day)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026663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Recent audit activity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32588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1435607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783079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Browse all checklist, QA &amp; onboarding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093975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Filter and search across all technicians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404871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Detailed view per submission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132588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3880" y="1435607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Technicians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1783079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Add / edit / remove technician accounts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093975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Set name, username, email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404871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Accounts activate immediately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8620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79" y="399592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Admins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79" y="434340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Add / edit / remove admin accounts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79" y="465429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Email address enables password-reset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496519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Self-deletion protected — cannot remove own account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88620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297680" y="399592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Classrooms &amp;
Equipment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45770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445566"/>
                </a:solidFill>
                <a:latin typeface="Calibri"/>
              </a:rPr>
              <a:t>▸  Add / rename / remove classrooms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476402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Manage equipment per classroom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09320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445566"/>
                </a:solidFill>
                <a:latin typeface="Calibri"/>
              </a:rPr>
              <a:t>▸  Changes reflected in checklists instantly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0" y="388620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83880" y="399592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Audit 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434340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Every admin action is recorded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465429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Timestamp, actor, action 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80" y="496519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Configurable query limit (max 500)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Security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4E8"/>
                </a:solidFill>
                <a:latin typeface="Calibri"/>
              </a:rPr>
              <a:t>Built with security-first principles on a proven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486400" cy="521208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Tech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Node.js 18 + Express 4 — web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85415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SQLite via better-sqlite3 — embedded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96311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express-session + SQLite store — 8-hour sessions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07207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bcryptjs — password hashing (cost factor 10–12)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18103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Nodemailer — SMTP email (flag alerts + password reset)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28999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PDFKit — server-side PDF 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9895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Jest + Supertest — 184 automated tests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417320"/>
            <a:ext cx="5760720" cy="521208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5270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Security Measures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874519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🔒  Helmet v8 — Content-Security-Policy headers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185415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🔒  CSRF protection via Origin / Referer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496311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🔒  Rate limiting on all routes (stricter on auth)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807207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🔒  httpOnly, sameSite:strict session cookies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118103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🔒  Parameterised SQL — no string interpolation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428999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🔒  Forgot password: SHA-256 token hash stored (raw token emailed)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739895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🔒  Anti-enumeration: forgot-password always returns neutral 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050791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🔒  Automated daily SQLite backups (7-day retention)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Recent Enhancements — 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4E8"/>
                </a:solidFill>
                <a:latin typeface="Calibri"/>
              </a:rPr>
              <a:t>New capabilities delivered in the latest release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557784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79" y="15270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🔑  Forgot Password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874519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Admin self-service via email 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185415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Secure single-use token (1-hour expiry)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496311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SHA-256 hash stored — raw token never persisted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807207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Anti-enumeration: neutral response for all 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57784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15270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👥  Admins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874519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Full CRUD for admin accounts in the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85415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Previously only creatable via seed 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496311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Email field per admin enables reset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807207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Self-deletion guard: cannot remove own account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160520"/>
            <a:ext cx="557784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79" y="42702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📧  Email Fields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4617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Email address on technician &amp; admin profiles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" y="4928616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Set via admin panel or personal settings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523951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Optional — no disruption to existing accounts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160520"/>
            <a:ext cx="557784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09360" y="42702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🧪  Test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617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184 automated tests — 0 failures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928616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Forgot-password &amp; reset-password test suites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23951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Admin CRUD test suite (GET/POST/PUT/DELETE)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5550407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Clean process exit — no dangling handles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Deployment &amp; 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4E8"/>
                </a:solidFill>
                <a:latin typeface="Calibri"/>
              </a:rPr>
              <a:t>What's needed to go live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623560" cy="1581912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Prerequisites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Node.js 18+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85415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SMTP credentials (for email alerts &amp; password reset)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96311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Network-accessible server or cloud host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090672"/>
            <a:ext cx="5623560" cy="1911095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20040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Quick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47872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npm install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58768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Set environment variables (see .env.example)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69663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npm run seed  (demo data — skip in production)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80559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npm start  →  http://localhost:3000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072" y="5093209"/>
            <a:ext cx="5486527" cy="1581912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5202936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Environment Variables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550408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445566"/>
                </a:solidFill>
                <a:latin typeface="Calibri"/>
              </a:rPr>
              <a:t>▸  SESSION_SECRET — change before going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861304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445566"/>
                </a:solidFill>
                <a:latin typeface="Calibri"/>
              </a:rPr>
              <a:t>▸  APP_URL — base URL for password-reset links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72200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445566"/>
                </a:solidFill>
                <a:latin typeface="Calibri"/>
              </a:rPr>
              <a:t>▸  SMTP_HOST / SMTP_USER / SMTP_PASS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8309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445566"/>
                </a:solidFill>
                <a:latin typeface="Calibri"/>
              </a:rPr>
              <a:t>▸  BACKUP_DIR — SQLite backup destination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417320"/>
            <a:ext cx="5742432" cy="1581912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1527048"/>
            <a:ext cx="5468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Default Credentials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874519"/>
            <a:ext cx="5468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Admin: admin / admin123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185415"/>
            <a:ext cx="5468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Technicians: tech1–tech5 / tech123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496311"/>
            <a:ext cx="5468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Change all passwords before going live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3090672"/>
            <a:ext cx="5742432" cy="1911095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63640" y="3200400"/>
            <a:ext cx="5468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Recommended for Production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547872"/>
            <a:ext cx="5468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Run behind HTTPS reverse proxy (nginx/Caddy)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858768"/>
            <a:ext cx="5468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Set NODE_ENV=production (secure cookies)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169663"/>
            <a:ext cx="5468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Use a process manager (PM2)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480559"/>
            <a:ext cx="5468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Schedule off-site backup of checklist.db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5093208"/>
            <a:ext cx="5742432" cy="1581912"/>
          </a:xfrm>
          <a:prstGeom prst="rect">
            <a:avLst/>
          </a:prstGeom>
          <a:solidFill>
            <a:srgbClr val="FFFFFF"/>
          </a:solidFill>
          <a:ln>
            <a:solidFill>
              <a:srgbClr val="CC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63640" y="5202936"/>
            <a:ext cx="5468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  <a:latin typeface="Calibri"/>
              </a:rPr>
              <a:t>Running Tests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5550408"/>
            <a:ext cx="5468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npm test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5861304"/>
            <a:ext cx="5468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npm run test:coverage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6172200"/>
            <a:ext cx="5468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45566"/>
                </a:solidFill>
                <a:latin typeface="Calibri"/>
              </a:rPr>
              <a:t>▸  Coverage thresholds: ≥85% lines, ≥80% branches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88952" cy="91440"/>
          </a:xfrm>
          <a:prstGeom prst="rect">
            <a:avLst/>
          </a:prstGeom>
          <a:solidFill>
            <a:srgbClr val="1A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Technician Checklist — Ops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AC4E8"/>
                </a:solidFill>
                <a:latin typeface="Calibri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40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✅  Replaces paper checklists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24028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C4E8"/>
                </a:solidFill>
                <a:latin typeface="Calibri"/>
              </a:rPr>
              <a:t>Digital submissions, permanent records, zero lost forms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578608"/>
            <a:ext cx="10698480" cy="9144"/>
          </a:xfrm>
          <a:prstGeom prst="rect">
            <a:avLst/>
          </a:prstGeom>
          <a:solidFill>
            <a:srgbClr val="224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71576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✅  Real-time management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715768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C4E8"/>
                </a:solidFill>
                <a:latin typeface="Calibri"/>
              </a:rPr>
              <a:t>Live dashboard, coverage stats, flagged-issue tracking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054096"/>
            <a:ext cx="10698480" cy="9144"/>
          </a:xfrm>
          <a:prstGeom prst="rect">
            <a:avLst/>
          </a:prstGeom>
          <a:solidFill>
            <a:srgbClr val="224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19125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✅  Complete admin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91256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C4E8"/>
                </a:solidFill>
                <a:latin typeface="Calibri"/>
              </a:rPr>
              <a:t>Manage classrooms, equipment, technicians &amp; admin accounts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529584"/>
            <a:ext cx="10698480" cy="9144"/>
          </a:xfrm>
          <a:prstGeom prst="rect">
            <a:avLst/>
          </a:prstGeom>
          <a:solidFill>
            <a:srgbClr val="224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✅  Secure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666744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C4E8"/>
                </a:solidFill>
                <a:latin typeface="Calibri"/>
              </a:rPr>
              <a:t>CSRF, rate-limiting, CSP headers, bcrypt, parameterised SQL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005072"/>
            <a:ext cx="10698480" cy="9144"/>
          </a:xfrm>
          <a:prstGeom prst="rect">
            <a:avLst/>
          </a:prstGeom>
          <a:solidFill>
            <a:srgbClr val="224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41422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✅  Self-service password reset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142231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C4E8"/>
                </a:solidFill>
                <a:latin typeface="Calibri"/>
              </a:rPr>
              <a:t>Email-based flow — no IT intervention required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480559"/>
            <a:ext cx="10698480" cy="9144"/>
          </a:xfrm>
          <a:prstGeom prst="rect">
            <a:avLst/>
          </a:prstGeom>
          <a:solidFill>
            <a:srgbClr val="224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461771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✅  184 automated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617719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C4E8"/>
                </a:solidFill>
                <a:latin typeface="Calibri"/>
              </a:rPr>
              <a:t>Confidence in every release — clean CI with coverage thresholds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956047"/>
            <a:ext cx="10698480" cy="9144"/>
          </a:xfrm>
          <a:prstGeom prst="rect">
            <a:avLst/>
          </a:prstGeom>
          <a:solidFill>
            <a:srgbClr val="224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6400800"/>
            <a:ext cx="10360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99BB"/>
                </a:solidFill>
                <a:latin typeface="Calibri"/>
              </a:rPr>
              <a:t>Repository: github.com/kevinkutoane/technician-checklist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968</Words>
  <Application>Microsoft Office PowerPoint</Application>
  <PresentationFormat>Custom</PresentationFormat>
  <Paragraphs>158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Kevin Kutoane</cp:lastModifiedBy>
  <cp:revision>2</cp:revision>
  <dcterms:created xsi:type="dcterms:W3CDTF">2013-01-27T09:14:16Z</dcterms:created>
  <dcterms:modified xsi:type="dcterms:W3CDTF">2026-03-24T15:05:46Z</dcterms:modified>
  <cp:category/>
</cp:coreProperties>
</file>