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GIBS Ops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Technician Checklist &amp; Operations Management Platform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Full-stack web application for AV/IT technicians and operations staff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Centralised platform replacing paper-based checklists and ad-hoc communication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▸ Core value proposition:</a:t>
            </a:r>
          </a:p>
          <a:p>
            <a:r>
              <a:rPr sz="1600">
                <a:solidFill>
                  <a:srgbClr val="1E293B"/>
                </a:solidFill>
              </a:rPr>
              <a:t>  – Daily classroom equipment checks with photo / note capture</a:t>
            </a:r>
          </a:p>
          <a:p>
            <a:r>
              <a:rPr sz="1600">
                <a:solidFill>
                  <a:srgbClr val="1E293B"/>
                </a:solidFill>
              </a:rPr>
              <a:t>  – Asset agreement signing (digital signature)</a:t>
            </a:r>
          </a:p>
          <a:p>
            <a:r>
              <a:rPr sz="1600">
                <a:solidFill>
                  <a:srgbClr val="1E293B"/>
                </a:solidFill>
              </a:rPr>
              <a:t>  – QA inspections with pass/fail grading</a:t>
            </a:r>
          </a:p>
          <a:p>
            <a:r>
              <a:rPr sz="1600">
                <a:solidFill>
                  <a:srgbClr val="1E293B"/>
                </a:solidFill>
              </a:rPr>
              <a:t>  – Classroom handover records between shifts</a:t>
            </a:r>
          </a:p>
          <a:p>
            <a:r>
              <a:rPr sz="1600">
                <a:solidFill>
                  <a:srgbClr val="1E293B"/>
                </a:solidFill>
              </a:rPr>
              <a:t>  – Hybrid classroom camera/mic/Teams tracking</a:t>
            </a:r>
          </a:p>
          <a:p>
            <a:r>
              <a:rPr sz="1600">
                <a:solidFill>
                  <a:srgbClr val="1E293B"/>
                </a:solidFill>
              </a:rPr>
              <a:t>  – Week-ahead schedule from uploaded Excel file</a:t>
            </a:r>
          </a:p>
          <a:p>
            <a:r>
              <a:rPr sz="1600">
                <a:solidFill>
                  <a:srgbClr val="1E293B"/>
                </a:solidFill>
              </a:rPr>
              <a:t>  – Admin panel with audit log, user management, analytics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▸ Key design goals:</a:t>
            </a:r>
          </a:p>
          <a:p>
            <a:r>
              <a:rPr sz="1600">
                <a:solidFill>
                  <a:srgbClr val="1E293B"/>
                </a:solidFill>
              </a:rPr>
              <a:t>  – Works offline (Service Worker PWA)</a:t>
            </a:r>
          </a:p>
          <a:p>
            <a:r>
              <a:rPr sz="1600">
                <a:solidFill>
                  <a:srgbClr val="1E293B"/>
                </a:solidFill>
              </a:rPr>
              <a:t>  – Role-based access: technician vs admin</a:t>
            </a:r>
          </a:p>
          <a:p>
            <a:r>
              <a:rPr sz="1600">
                <a:solidFill>
                  <a:srgbClr val="1E293B"/>
                </a:solidFill>
              </a:rPr>
              <a:t>  – Secure: session-based auth, CSRF-safe sameSite cookies, input sanitisation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👷 Technician</a:t>
            </a:r>
          </a:p>
          <a:p>
            <a:r>
              <a:rPr sz="15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Submit classroom checklists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Sign asset agreements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Complete QA checklists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Submit handover forms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View week-ahead schedule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View own dashboard / history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Equipment loan requests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Change personal preferences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⚙️  Admin</a:t>
            </a:r>
          </a:p>
          <a:p>
            <a:r>
              <a:rPr sz="15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All technician capabilities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Upload week-ahead XLSX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View &amp; export full audit log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Manage users (create / disable)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View equipment status trends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Delete week-ahead uploads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View all submissions / history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Configure system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18288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🖥️  Back-end</a:t>
            </a:r>
          </a:p>
          <a:p>
            <a:r>
              <a:rPr sz="15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Node.js 18 + Express 4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SQLite via better-sqlite3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express-session + better-sqlite3</a:t>
            </a:r>
          </a:p>
          <a:p>
            <a:r>
              <a:rPr sz="1500">
                <a:solidFill>
                  <a:srgbClr val="1E293B"/>
                </a:solidFill>
              </a:rPr>
              <a:t>  session store (rolling: true)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Multer — file uploads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SheetJS (xlsx) — XLSX parsing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Nodemailer — email alerts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node-cron — scheduled backup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bcrypt — password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93B"/>
                </a:solidFill>
              </a:rPr>
              <a:t>🌐  Front-end &amp; infra</a:t>
            </a:r>
          </a:p>
          <a:p>
            <a:r>
              <a:rPr sz="1500">
                <a:solidFill>
                  <a:srgbClr val="1E293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Vanilla JS (no framework)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CSS custom properties (themes)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Service Worker — PWA / offline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Manifest.json — installable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localStorage — theme persistence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SignaturePad (CDN) — asset sign</a:t>
            </a:r>
          </a:p>
          <a:p>
            <a:r>
              <a:rPr sz="1500">
                <a:solidFill>
                  <a:srgbClr val="1E293B"/>
                </a:solidFill>
              </a:rPr>
              <a:t/>
            </a:r>
          </a:p>
          <a:p>
            <a:r>
              <a:rPr sz="1500">
                <a:solidFill>
                  <a:srgbClr val="1E293B"/>
                </a:solidFill>
              </a:rPr>
              <a:t>🧪  Testing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Jest + Supertest  |  243 tests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</a:rPr>
              <a:t>• In-memory SQLite test DB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18288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Technician 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Feature                 Route                    Key capability</a:t>
            </a:r>
          </a:p>
          <a:p>
            <a:r>
              <a:rPr sz="1300">
                <a:solidFill>
                  <a:srgbClr val="1E293B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sz="1300">
                <a:solidFill>
                  <a:srgbClr val="1E293B"/>
                </a:solidFill>
              </a:rPr>
              <a:t>Classroom Checklist     /checklist               Equipment tick-list + notes, email alert on flag</a:t>
            </a:r>
          </a:p>
          <a:p>
            <a:r>
              <a:rPr sz="1300">
                <a:solidFill>
                  <a:srgbClr val="1E293B"/>
                </a:solidFill>
              </a:rPr>
              <a:t>Asset Agreement         /onboarding              Digital sig capture, PDF download</a:t>
            </a:r>
          </a:p>
          <a:p>
            <a:r>
              <a:rPr sz="1300">
                <a:solidFill>
                  <a:srgbClr val="1E293B"/>
                </a:solidFill>
              </a:rPr>
              <a:t>QA Checklist            /qa                      Pass/warn/fail grading, PDF export</a:t>
            </a:r>
          </a:p>
          <a:p>
            <a:r>
              <a:rPr sz="1300">
                <a:solidFill>
                  <a:srgbClr val="1E293B"/>
                </a:solidFill>
              </a:rPr>
              <a:t>Handover Form           /handover                Issue log between shift handovers</a:t>
            </a:r>
          </a:p>
          <a:p>
            <a:r>
              <a:rPr sz="1300">
                <a:solidFill>
                  <a:srgbClr val="1E293B"/>
                </a:solidFill>
              </a:rPr>
              <a:t>Week Ahead              /week-ahead              View schedule by day; admin uploads XLSX</a:t>
            </a:r>
          </a:p>
          <a:p>
            <a:r>
              <a:rPr sz="1300">
                <a:solidFill>
                  <a:srgbClr val="1E293B"/>
                </a:solidFill>
              </a:rPr>
              <a:t>Dashboard               /dashboard               Summary cards, today's hybrid classrooms</a:t>
            </a:r>
          </a:p>
          <a:p>
            <a:r>
              <a:rPr sz="1300">
                <a:solidFill>
                  <a:srgbClr val="1E293B"/>
                </a:solidFill>
              </a:rPr>
              <a:t>Equipment Loans         /loans                   Loan requests and return tracking</a:t>
            </a:r>
          </a:p>
          <a:p>
            <a:r>
              <a:rPr sz="1300">
                <a:solidFill>
                  <a:srgbClr val="1E293B"/>
                </a:solidFill>
              </a:rPr>
              <a:t>Settings                /settings                Theme toggle (light/dark), password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Today's Hybrid Classrooms — card shows each room's setup status (camera/mic/Teams)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My Recent Activity — last 5 checklists and agreements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Week Ahead Summary card — event count for current week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Equipment Status Snapshot — flagged items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Admin-only sections: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Equipment Status Trends — line chart of flags over 30 days (Chart.js)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Full submission history across all technicians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Audit log preview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API endpoints:</a:t>
            </a:r>
          </a:p>
          <a:p>
            <a:r>
              <a:rPr sz="1600">
                <a:solidFill>
                  <a:srgbClr val="1E293B"/>
                </a:solidFill>
              </a:rPr>
              <a:t>  GET /api/dashboard/today-progress</a:t>
            </a:r>
          </a:p>
          <a:p>
            <a:r>
              <a:rPr sz="1600">
                <a:solidFill>
                  <a:srgbClr val="1E293B"/>
                </a:solidFill>
              </a:rPr>
              <a:t>  GET /api/dashboard/equipment-trends   (admin)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Classroom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Select classroom → equipment list pre-loaded from admin config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Each item: ✅ OK  /  ⚠️ Issue  /  ❌ Fault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Notes field per item (pre-filled from last submission)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Flag triggers email alert to admin (nodemailer)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DB tables:  classrooms, equipment, checklists, checklist_items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Key routes:</a:t>
            </a:r>
          </a:p>
          <a:p>
            <a:r>
              <a:rPr sz="1600">
                <a:solidFill>
                  <a:srgbClr val="1E293B"/>
                </a:solidFill>
              </a:rPr>
              <a:t>  GET  /api/checklists/classrooms</a:t>
            </a:r>
          </a:p>
          <a:p>
            <a:r>
              <a:rPr sz="1600">
                <a:solidFill>
                  <a:srgbClr val="1E293B"/>
                </a:solidFill>
              </a:rPr>
              <a:t>  GET  /api/checklists/latest-notes?classroom_id=X</a:t>
            </a:r>
          </a:p>
          <a:p>
            <a:r>
              <a:rPr sz="1600">
                <a:solidFill>
                  <a:srgbClr val="1E293B"/>
                </a:solidFill>
              </a:rPr>
              <a:t>  POST /api/checklists</a:t>
            </a:r>
          </a:p>
          <a:p>
            <a:r>
              <a:rPr sz="1600">
                <a:solidFill>
                  <a:srgbClr val="1E293B"/>
                </a:solidFill>
              </a:rPr>
              <a:t>  GET  /api/checklists/history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Asset Agreement (Onboarding)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Technician signs asset list on screen using SignaturePad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Signature stored as base-64 PNG in DB column signature_data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PDF download: server-side HTML → PDF via route GET /api/onboarding/:id/pdf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DB table:  asset_agreements  (id, user_id, items JSON, signature_data, created_at)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Key routes:</a:t>
            </a:r>
          </a:p>
          <a:p>
            <a:r>
              <a:rPr sz="1600">
                <a:solidFill>
                  <a:srgbClr val="1E293B"/>
                </a:solidFill>
              </a:rPr>
              <a:t>  POST /api/onboarding</a:t>
            </a:r>
          </a:p>
          <a:p>
            <a:r>
              <a:rPr sz="1600">
                <a:solidFill>
                  <a:srgbClr val="1E293B"/>
                </a:solidFill>
              </a:rPr>
              <a:t>  GET  /api/onboarding/history</a:t>
            </a:r>
          </a:p>
          <a:p>
            <a:r>
              <a:rPr sz="1600">
                <a:solidFill>
                  <a:srgbClr val="1E293B"/>
                </a:solidFill>
              </a:rPr>
              <a:t>  GET  /api/onboarding/:id/pdf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QA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Structured inspection: grouped checks (Audio, Video, Network, Safety…)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Each item: Pass / Warning / Fail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Overall grade calculated server-side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PDF export available from history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DB table:  qa_submissions  (id, user_id, classroom_id, results JSON, grade, created_at)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Key routes:</a:t>
            </a:r>
          </a:p>
          <a:p>
            <a:r>
              <a:rPr sz="1600">
                <a:solidFill>
                  <a:srgbClr val="1E293B"/>
                </a:solidFill>
              </a:rPr>
              <a:t>  POST /api/qa</a:t>
            </a:r>
          </a:p>
          <a:p>
            <a:r>
              <a:rPr sz="1600">
                <a:solidFill>
                  <a:srgbClr val="1E293B"/>
                </a:solidFill>
              </a:rPr>
              <a:t>  GET  /api/qa/history</a:t>
            </a:r>
          </a:p>
          <a:p>
            <a:r>
              <a:rPr sz="1600">
                <a:solidFill>
                  <a:srgbClr val="1E293B"/>
                </a:solidFill>
              </a:rPr>
              <a:t>  GET  /api/qa/:id/pdf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Classroom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Records classroom state at end of shift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Fields: classroom, outgoing tech, incoming tech, issues noted, status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Visible to all technicians and admin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DB table:  handovers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Key routes:</a:t>
            </a:r>
          </a:p>
          <a:p>
            <a:r>
              <a:rPr sz="1600">
                <a:solidFill>
                  <a:srgbClr val="1E293B"/>
                </a:solidFill>
              </a:rPr>
              <a:t>  POST /api/handover</a:t>
            </a:r>
          </a:p>
          <a:p>
            <a:r>
              <a:rPr sz="1600">
                <a:solidFill>
                  <a:srgbClr val="1E293B"/>
                </a:solidFill>
              </a:rPr>
              <a:t>  GET  /api/handover/history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Hybrid Classroom Setup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Technicians mark camera, microphone, and Teams status per room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Dashboard card shows today's rooms requiring hybrid setup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Badge count on dashboard card updates dynamically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400">
                <a:solidFill>
                  <a:srgbClr val="1E293B"/>
                </a:solidFill>
              </a:rPr>
              <a:t>API: GET /api/dashboard/today-progress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400">
                <a:solidFill>
                  <a:srgbClr val="1E293B"/>
                </a:solidFill>
              </a:rPr>
              <a:t>Response shape:</a:t>
            </a:r>
          </a:p>
          <a:p>
            <a:r>
              <a:rPr sz="1400">
                <a:solidFill>
                  <a:srgbClr val="1E293B"/>
                </a:solidFill>
              </a:rPr>
              <a:t>  { "date": "2025-02-24", "classrooms": [</a:t>
            </a:r>
          </a:p>
          <a:p>
            <a:r>
              <a:rPr sz="1400">
                <a:solidFill>
                  <a:srgbClr val="1E293B"/>
                </a:solidFill>
              </a:rPr>
              <a:t>      { "id": 1, "name": "Room A", "camera": true,</a:t>
            </a:r>
          </a:p>
          <a:p>
            <a:r>
              <a:rPr sz="1400">
                <a:solidFill>
                  <a:srgbClr val="1E293B"/>
                </a:solidFill>
              </a:rPr>
              <a:t>        "microphone": true, "teams": false }</a:t>
            </a:r>
          </a:p>
          <a:p>
            <a:r>
              <a:rPr sz="1400">
                <a:solidFill>
                  <a:srgbClr val="1E293B"/>
                </a:solidFill>
              </a:rPr>
              <a:t>    ]</a:t>
            </a:r>
          </a:p>
          <a:p>
            <a:r>
              <a:rPr sz="1400">
                <a:solidFill>
                  <a:srgbClr val="1E293B"/>
                </a:solidFill>
              </a:rPr>
              <a:t> 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📅 Week Ahead (New Feature)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Admin uploads a .xlsx file containing the week's event schedule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Parser extracts: date, time range, venue, company/course, pax, tech assigned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Results stored in week_ahead_events table; uploads tracked in week_ahead_uploads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300">
                <a:solidFill>
                  <a:srgbClr val="1E293B"/>
                </a:solidFill>
              </a:rPr>
              <a:t>Client features:</a:t>
            </a:r>
          </a:p>
          <a:p>
            <a:r>
              <a:rPr sz="1300">
                <a:solidFill>
                  <a:srgbClr val="1E293B"/>
                </a:solidFill>
              </a:rPr>
              <a:t>  – Day-tab navigation (Mon–Sun) with event count badges</a:t>
            </a:r>
          </a:p>
          <a:p>
            <a:r>
              <a:rPr sz="1300">
                <a:solidFill>
                  <a:srgbClr val="1E293B"/>
                </a:solidFill>
              </a:rPr>
              <a:t>  – Week ◀ / ▶ navigation + jump-to-week</a:t>
            </a:r>
          </a:p>
          <a:p>
            <a:r>
              <a:rPr sz="1300">
                <a:solidFill>
                  <a:srgbClr val="1E293B"/>
                </a:solidFill>
              </a:rPr>
              <a:t>  – After upload, view auto-jumps to the uploaded week</a:t>
            </a:r>
          </a:p>
          <a:p>
            <a:r>
              <a:rPr sz="1300">
                <a:solidFill>
                  <a:srgbClr val="1E293B"/>
                </a:solidFill>
              </a:rPr>
              <a:t>  – Upload history table with delete (admin)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300">
                <a:solidFill>
                  <a:srgbClr val="1E293B"/>
                </a:solidFill>
              </a:rPr>
              <a:t>Parser robustness:</a:t>
            </a:r>
          </a:p>
          <a:p>
            <a:r>
              <a:rPr sz="1300">
                <a:solidFill>
                  <a:srgbClr val="1E293B"/>
                </a:solidFill>
              </a:rPr>
              <a:t>  – raw: false avoids Excel serial-date issues</a:t>
            </a:r>
          </a:p>
          <a:p>
            <a:r>
              <a:rPr sz="1300">
                <a:solidFill>
                  <a:srgbClr val="1E293B"/>
                </a:solidFill>
              </a:rPr>
              <a:t>  – Scans merged cells for date header label</a:t>
            </a:r>
          </a:p>
          <a:p>
            <a:r>
              <a:rPr sz="1300">
                <a:solidFill>
                  <a:srgbClr val="1E293B"/>
                </a:solidFill>
              </a:rPr>
              <a:t>  – Time-regex guard rejects summary rows (TOTAL DELEGATES, Day, Various…)</a:t>
            </a:r>
          </a:p>
          <a:p>
            <a:r>
              <a:rPr sz="1300">
                <a:solidFill>
                  <a:srgbClr val="1E293B"/>
                </a:solidFill>
              </a:rPr>
              <a:t>  – Full + abbreviated month names supported (Jan–Dec / January–December)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300">
                <a:solidFill>
                  <a:srgbClr val="1E293B"/>
                </a:solidFill>
              </a:rPr>
              <a:t>Key routes:  POST /api/week-ahead/upload  |  GET /api/week-ahead/events</a:t>
            </a:r>
          </a:p>
          <a:p>
            <a:r>
              <a:rPr sz="1300">
                <a:solidFill>
                  <a:srgbClr val="1E293B"/>
                </a:solidFill>
              </a:rPr>
              <a:t>             GET /api/week-ahead/uploads  |  DELETE /api/week-ahead/uploads/:id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Tabs: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Users          — create, list, disable/enable technician accounts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Classrooms     — add / edit rooms, assign equipment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Equipment      — asset register with category &amp; serial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Audit Log      — timestamped log of all write operations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</a:rPr>
              <a:t>• Week Ahead     — upload XLSX, view / delete upload history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Audit log entries written on:</a:t>
            </a:r>
          </a:p>
          <a:p>
            <a:r>
              <a:rPr sz="1600">
                <a:solidFill>
                  <a:srgbClr val="1E293B"/>
                </a:solidFill>
              </a:rPr>
              <a:t>  POST/PATCH/DELETE to checklist, onboarding, qa, handover, admin routes</a:t>
            </a:r>
          </a:p>
          <a:p>
            <a:r>
              <a:rPr sz="1600">
                <a:solidFill>
                  <a:srgbClr val="1E293B"/>
                </a:solidFill>
              </a:rPr>
              <a:t>  Middleware helper: logAudit(req, action, detail)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DB table:  audit_log (id, user_id, action, detail, ip, created_at)</a:t>
            </a:r>
          </a:p>
          <a:p>
            <a:r>
              <a:rPr sz="1600">
                <a:solidFill>
                  <a:srgbClr val="1E293B"/>
                </a:solidFill>
              </a:rPr>
              <a:t>Route:     GET /api/audit-log  (admin only, paginated)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93B"/>
                </a:solidFill>
              </a:rPr>
              <a:t>Authentication &amp; session:</a:t>
            </a:r>
          </a:p>
          <a:p>
            <a:r>
              <a:rPr sz="1400">
                <a:solidFill>
                  <a:srgbClr val="1E293B"/>
                </a:solidFill>
              </a:rPr>
              <a:t>  • bcrypt password hashing (cost 12)</a:t>
            </a:r>
          </a:p>
          <a:p>
            <a:r>
              <a:rPr sz="1400">
                <a:solidFill>
                  <a:srgbClr val="1E293B"/>
                </a:solidFill>
              </a:rPr>
              <a:t>  • express-session with HttpOnly, SameSite=strict, Secure (prod)</a:t>
            </a:r>
          </a:p>
          <a:p>
            <a:r>
              <a:rPr sz="1400">
                <a:solidFill>
                  <a:srgbClr val="1E293B"/>
                </a:solidFill>
              </a:rPr>
              <a:t>  • 8-hour session with rolling refresh on every request</a:t>
            </a:r>
          </a:p>
          <a:p>
            <a:r>
              <a:rPr sz="1400">
                <a:solidFill>
                  <a:srgbClr val="1E293B"/>
                </a:solidFill>
              </a:rPr>
              <a:t>  • Session store persisted in SQLite (survives restart)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400">
                <a:solidFill>
                  <a:srgbClr val="1E293B"/>
                </a:solidFill>
              </a:rPr>
              <a:t>Authorisation:</a:t>
            </a:r>
          </a:p>
          <a:p>
            <a:r>
              <a:rPr sz="1400">
                <a:solidFill>
                  <a:srgbClr val="1E293B"/>
                </a:solidFill>
              </a:rPr>
              <a:t>  • requireAuth middleware  — blocks all unauthenticated API requests (401)</a:t>
            </a:r>
          </a:p>
          <a:p>
            <a:r>
              <a:rPr sz="1400">
                <a:solidFill>
                  <a:srgbClr val="1E293B"/>
                </a:solidFill>
              </a:rPr>
              <a:t>  • requireAdmin middleware — blocks non-admin routes (403)</a:t>
            </a:r>
          </a:p>
          <a:p>
            <a:r>
              <a:rPr sz="1400">
                <a:solidFill>
                  <a:srgbClr val="1E293B"/>
                </a:solidFill>
              </a:rPr>
              <a:t>  • Role column checked on every admin route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400">
                <a:solidFill>
                  <a:srgbClr val="1E293B"/>
                </a:solidFill>
              </a:rPr>
              <a:t>Input safety:</a:t>
            </a:r>
          </a:p>
          <a:p>
            <a:r>
              <a:rPr sz="1400">
                <a:solidFill>
                  <a:srgbClr val="1E293B"/>
                </a:solidFill>
              </a:rPr>
              <a:t>  • All user-generated content HTML-escaped with esc() before rendering</a:t>
            </a:r>
          </a:p>
          <a:p>
            <a:r>
              <a:rPr sz="1400">
                <a:solidFill>
                  <a:srgbClr val="1E293B"/>
                </a:solidFill>
              </a:rPr>
              <a:t>  • Parameterised SQL queries via better-sqlite3 (no string interpolation)</a:t>
            </a:r>
          </a:p>
          <a:p>
            <a:r>
              <a:rPr sz="1400">
                <a:solidFill>
                  <a:srgbClr val="1E293B"/>
                </a:solidFill>
              </a:rPr>
              <a:t>  • File upload: MIME + extension whitelist, 5 MB size limit</a:t>
            </a:r>
          </a:p>
          <a:p>
            <a:r>
              <a:rPr sz="1400">
                <a:solidFill>
                  <a:srgbClr val="1E293B"/>
                </a:solidFill>
              </a:rPr>
              <a:t>  • Rate limiting on auth routes (express-rate-limit, skip in tests)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400">
                <a:solidFill>
                  <a:srgbClr val="1E293B"/>
                </a:solidFill>
              </a:rPr>
              <a:t>Theme &amp; data stored in localStorage only (non-sensitive; no session data)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API Endpoint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Auth:        POST /api/auth/login  |  GET /api/auth/me  |  POST /logout</a:t>
            </a:r>
          </a:p>
          <a:p>
            <a:r>
              <a:rPr sz="1200">
                <a:solidFill>
                  <a:srgbClr val="1E293B"/>
                </a:solidFill>
              </a:rPr>
              <a:t>Checklist:   POST /api/checklists  |  GET history  |  GET latest-notes</a:t>
            </a:r>
          </a:p>
          <a:p>
            <a:r>
              <a:rPr sz="1200">
                <a:solidFill>
                  <a:srgbClr val="1E293B"/>
                </a:solidFill>
              </a:rPr>
              <a:t>Onboarding:  POST /api/onboarding  |  GET history  |  GET :id/pdf</a:t>
            </a:r>
          </a:p>
          <a:p>
            <a:r>
              <a:rPr sz="1200">
                <a:solidFill>
                  <a:srgbClr val="1E293B"/>
                </a:solidFill>
              </a:rPr>
              <a:t>QA:          POST /api/qa          |  GET history  |  GET :id/pdf</a:t>
            </a:r>
          </a:p>
          <a:p>
            <a:r>
              <a:rPr sz="1200">
                <a:solidFill>
                  <a:srgbClr val="1E293B"/>
                </a:solidFill>
              </a:rPr>
              <a:t>Handover:    POST /api/handover    |  GET history</a:t>
            </a:r>
          </a:p>
          <a:p>
            <a:r>
              <a:rPr sz="1200">
                <a:solidFill>
                  <a:srgbClr val="1E293B"/>
                </a:solidFill>
              </a:rPr>
              <a:t>Dashboard:   GET  /api/dashboard/today-progress</a:t>
            </a:r>
          </a:p>
          <a:p>
            <a:r>
              <a:rPr sz="1200">
                <a:solidFill>
                  <a:srgbClr val="1E293B"/>
                </a:solidFill>
              </a:rPr>
              <a:t>             GET  /api/dashboard/equipment-trends  (admin)</a:t>
            </a:r>
          </a:p>
          <a:p>
            <a:r>
              <a:rPr sz="1200">
                <a:solidFill>
                  <a:srgbClr val="1E293B"/>
                </a:solidFill>
              </a:rPr>
              <a:t>Settings:    GET/PATCH /api/settings/preferences</a:t>
            </a:r>
          </a:p>
          <a:p>
            <a:r>
              <a:rPr sz="1200">
                <a:solidFill>
                  <a:srgbClr val="1E293B"/>
                </a:solidFill>
              </a:rPr>
              <a:t>             PATCH     /api/settings/password</a:t>
            </a:r>
          </a:p>
          <a:p>
            <a:r>
              <a:rPr sz="1200">
                <a:solidFill>
                  <a:srgbClr val="1E293B"/>
                </a:solidFill>
              </a:rPr>
              <a:t>Loans:       POST /api/loans  |  PATCH :id/return  |  GET history</a:t>
            </a:r>
          </a:p>
          <a:p>
            <a:r>
              <a:rPr sz="1200">
                <a:solidFill>
                  <a:srgbClr val="1E293B"/>
                </a:solidFill>
              </a:rPr>
              <a:t>Admin:       GET/POST/PATCH /api/admin/users</a:t>
            </a:r>
          </a:p>
          <a:p>
            <a:r>
              <a:rPr sz="1200">
                <a:solidFill>
                  <a:srgbClr val="1E293B"/>
                </a:solidFill>
              </a:rPr>
              <a:t>             GET/POST/PATCH /api/admin/classrooms</a:t>
            </a:r>
          </a:p>
          <a:p>
            <a:r>
              <a:rPr sz="1200">
                <a:solidFill>
                  <a:srgbClr val="1E293B"/>
                </a:solidFill>
              </a:rPr>
              <a:t>             GET/POST/PATCH /api/admin/equipment</a:t>
            </a:r>
          </a:p>
          <a:p>
            <a:r>
              <a:rPr sz="1200">
                <a:solidFill>
                  <a:srgbClr val="1E293B"/>
                </a:solidFill>
              </a:rPr>
              <a:t>             GET /api/audit-log</a:t>
            </a:r>
          </a:p>
          <a:p>
            <a:r>
              <a:rPr sz="1200">
                <a:solidFill>
                  <a:srgbClr val="1E293B"/>
                </a:solidFill>
              </a:rPr>
              <a:t>Week Ahead:  POST /api/week-ahead/upload</a:t>
            </a:r>
          </a:p>
          <a:p>
            <a:r>
              <a:rPr sz="1200">
                <a:solidFill>
                  <a:srgbClr val="1E293B"/>
                </a:solidFill>
              </a:rPr>
              <a:t>             GET  /api/week-ahead/events?week_start=YYYY-MM-DD</a:t>
            </a:r>
          </a:p>
          <a:p>
            <a:r>
              <a:rPr sz="1200">
                <a:solidFill>
                  <a:srgbClr val="1E293B"/>
                </a:solidFill>
              </a:rPr>
              <a:t>             GET  /api/week-ahead/uploads</a:t>
            </a:r>
          </a:p>
          <a:p>
            <a:r>
              <a:rPr sz="1200">
                <a:solidFill>
                  <a:srgbClr val="1E293B"/>
                </a:solidFill>
              </a:rPr>
              <a:t>             DELETE /api/week-ahead/uploads/:id  (admin)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Database Schema (SQLite)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users              — id, username, full_name, password_hash, role, active</a:t>
            </a:r>
          </a:p>
          <a:p>
            <a:r>
              <a:rPr sz="1200">
                <a:solidFill>
                  <a:srgbClr val="1E293B"/>
                </a:solidFill>
              </a:rPr>
              <a:t>sessions           — sid, sess, expire  (session store)</a:t>
            </a:r>
          </a:p>
          <a:p>
            <a:r>
              <a:rPr sz="1200">
                <a:solidFill>
                  <a:srgbClr val="1E293B"/>
                </a:solidFill>
              </a:rPr>
              <a:t>classrooms         — id, name, location, active</a:t>
            </a:r>
          </a:p>
          <a:p>
            <a:r>
              <a:rPr sz="1200">
                <a:solidFill>
                  <a:srgbClr val="1E293B"/>
                </a:solidFill>
              </a:rPr>
              <a:t>equipment          — id, classroom_id, name, category, serial</a:t>
            </a:r>
          </a:p>
          <a:p>
            <a:r>
              <a:rPr sz="1200">
                <a:solidFill>
                  <a:srgbClr val="1E293B"/>
                </a:solidFill>
              </a:rPr>
              <a:t>checklists         — id, user_id, classroom_id, submitted_at</a:t>
            </a:r>
          </a:p>
          <a:p>
            <a:r>
              <a:rPr sz="1200">
                <a:solidFill>
                  <a:srgbClr val="1E293B"/>
                </a:solidFill>
              </a:rPr>
              <a:t>checklist_items    — id, checklist_id, equipment_id, status, notes</a:t>
            </a:r>
          </a:p>
          <a:p>
            <a:r>
              <a:rPr sz="1200">
                <a:solidFill>
                  <a:srgbClr val="1E293B"/>
                </a:solidFill>
              </a:rPr>
              <a:t>asset_agreements   — id, user_id, items JSON, signature_data, created_at</a:t>
            </a:r>
          </a:p>
          <a:p>
            <a:r>
              <a:rPr sz="1200">
                <a:solidFill>
                  <a:srgbClr val="1E293B"/>
                </a:solidFill>
              </a:rPr>
              <a:t>qa_submissions     — id, user_id, classroom_id, results JSON, grade, created_at</a:t>
            </a:r>
          </a:p>
          <a:p>
            <a:r>
              <a:rPr sz="1200">
                <a:solidFill>
                  <a:srgbClr val="1E293B"/>
                </a:solidFill>
              </a:rPr>
              <a:t>handovers          — id, user_id, classroom_id, issues, status, created_at</a:t>
            </a:r>
          </a:p>
          <a:p>
            <a:r>
              <a:rPr sz="1200">
                <a:solidFill>
                  <a:srgbClr val="1E293B"/>
                </a:solidFill>
              </a:rPr>
              <a:t>loans              — id, user_id, equipment_id, purpose, returned_at</a:t>
            </a:r>
          </a:p>
          <a:p>
            <a:r>
              <a:rPr sz="1200">
                <a:solidFill>
                  <a:srgbClr val="1E293B"/>
                </a:solidFill>
              </a:rPr>
              <a:t>user_preferences   — user_id (PK), theme</a:t>
            </a:r>
          </a:p>
          <a:p>
            <a:r>
              <a:rPr sz="1200">
                <a:solidFill>
                  <a:srgbClr val="1E293B"/>
                </a:solidFill>
              </a:rPr>
              <a:t>audit_log          — id, user_id, action, detail, ip, created_at</a:t>
            </a:r>
          </a:p>
          <a:p>
            <a:r>
              <a:rPr sz="1200">
                <a:solidFill>
                  <a:srgbClr val="1E293B"/>
                </a:solidFill>
              </a:rPr>
              <a:t>week_ahead_uploads — id, user_id, filename, week_start, week_end, row_count, hash, created_at</a:t>
            </a:r>
          </a:p>
          <a:p>
            <a:r>
              <a:rPr sz="1200">
                <a:solidFill>
                  <a:srgbClr val="1E293B"/>
                </a:solidFill>
              </a:rPr>
              <a:t>week_ahead_events  — id, upload_id, event_date, day_label, time_range, venue,</a:t>
            </a:r>
          </a:p>
          <a:p>
            <a:r>
              <a:rPr sz="1200">
                <a:solidFill>
                  <a:srgbClr val="1E293B"/>
                </a:solidFill>
              </a:rPr>
              <a:t>                     company_course, contact_person, pax_campus, pax_zoom,</a:t>
            </a:r>
          </a:p>
          <a:p>
            <a:r>
              <a:rPr sz="1200">
                <a:solidFill>
                  <a:srgbClr val="1E293B"/>
                </a:solidFill>
              </a:rPr>
              <a:t>                     lecturer, syndicates_other_venues, assigned_tech, it_support_required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Test Suite — 243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Framework: Jest + Supertest | SQLite in-memory test DB | --runInBand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Test files:</a:t>
            </a:r>
          </a:p>
          <a:p>
            <a:r>
              <a:rPr sz="1600">
                <a:solidFill>
                  <a:srgbClr val="1E293B"/>
                </a:solidFill>
              </a:rPr>
              <a:t>  tests/auth.test.js         — login, session, logout, me endpoint</a:t>
            </a:r>
          </a:p>
          <a:p>
            <a:r>
              <a:rPr sz="1600">
                <a:solidFill>
                  <a:srgbClr val="1E293B"/>
                </a:solidFill>
              </a:rPr>
              <a:t>  tests/checklist.test.js    — submit, history, notes pre-fill, flagging</a:t>
            </a:r>
          </a:p>
          <a:p>
            <a:r>
              <a:rPr sz="1600">
                <a:solidFill>
                  <a:srgbClr val="1E293B"/>
                </a:solidFill>
              </a:rPr>
              <a:t>  tests/onboarding.test.js   — signature, PDF generation, history</a:t>
            </a:r>
          </a:p>
          <a:p>
            <a:r>
              <a:rPr sz="1600">
                <a:solidFill>
                  <a:srgbClr val="1E293B"/>
                </a:solidFill>
              </a:rPr>
              <a:t>  tests/qa.test.js           — grading logic, PDF, history</a:t>
            </a:r>
          </a:p>
          <a:p>
            <a:r>
              <a:rPr sz="1600">
                <a:solidFill>
                  <a:srgbClr val="1E293B"/>
                </a:solidFill>
              </a:rPr>
              <a:t>  tests/dashboard.test.js    — today-progress, equipment trends, PDF history</a:t>
            </a:r>
          </a:p>
          <a:p>
            <a:r>
              <a:rPr sz="1600">
                <a:solidFill>
                  <a:srgbClr val="1E293B"/>
                </a:solidFill>
              </a:rPr>
              <a:t>  tests/admin.test.js        — CRUD users/classrooms/equipment, audit log</a:t>
            </a:r>
          </a:p>
          <a:p>
            <a:r>
              <a:rPr sz="1600">
                <a:solidFill>
                  <a:srgbClr val="1E293B"/>
                </a:solidFill>
              </a:rPr>
              <a:t>  tests/middleware.test.js   — requireAuth, requireAdmin, rate limiting</a:t>
            </a:r>
          </a:p>
          <a:p>
            <a:r>
              <a:rPr sz="1600">
                <a:solidFill>
                  <a:srgbClr val="1E293B"/>
                </a:solidFill>
              </a:rPr>
              <a:t>  tests/weekahead.test.js    — XLSX upload, event retrieval, delete, access control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Coverage thresholds (package.json):</a:t>
            </a:r>
          </a:p>
          <a:p>
            <a:r>
              <a:rPr sz="1600">
                <a:solidFill>
                  <a:srgbClr val="1E293B"/>
                </a:solidFill>
              </a:rPr>
              <a:t>  lines ≥ 85%  |  branches ≥ 80%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600">
                <a:solidFill>
                  <a:srgbClr val="1E293B"/>
                </a:solidFill>
              </a:rPr>
              <a:t>CI: GitHub Actions workflow on push to main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Recent Bug Fixes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Bug Fix Phase 1:</a:t>
            </a:r>
          </a:p>
          <a:p>
            <a:r>
              <a:rPr sz="1300">
                <a:solidFill>
                  <a:srgbClr val="1E293B"/>
                </a:solidFill>
              </a:rPr>
              <a:t>  ✅ Session rolling:true added — keeps sessions alive during active use</a:t>
            </a:r>
          </a:p>
          <a:p>
            <a:r>
              <a:rPr sz="1300">
                <a:solidFill>
                  <a:srgbClr val="1E293B"/>
                </a:solidFill>
              </a:rPr>
              <a:t>  ✅ initNav: non-401 errors now show Retry overlay instead of blank page</a:t>
            </a:r>
          </a:p>
          <a:p>
            <a:r>
              <a:rPr sz="1300">
                <a:solidFill>
                  <a:srgbClr val="1E293B"/>
                </a:solidFill>
              </a:rPr>
              <a:t>  ✅ Dashboard: silent catch on secondary API calls prevents white screen</a:t>
            </a:r>
          </a:p>
          <a:p>
            <a:r>
              <a:rPr sz="1300">
                <a:solidFill>
                  <a:srgbClr val="1E293B"/>
                </a:solidFill>
              </a:rPr>
              <a:t>  ✅ CSS tablet breakpoint fixed (768px sidebar overlap)</a:t>
            </a:r>
          </a:p>
          <a:p>
            <a:r>
              <a:rPr sz="1300">
                <a:solidFill>
                  <a:srgbClr val="1E293B"/>
                </a:solidFill>
              </a:rPr>
              <a:t>  ✅ Admin panel: null-check before accessing tab elements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300">
                <a:solidFill>
                  <a:srgbClr val="1E293B"/>
                </a:solidFill>
              </a:rPr>
              <a:t>FOUC &amp; Theme fixes:</a:t>
            </a:r>
          </a:p>
          <a:p>
            <a:r>
              <a:rPr sz="1300">
                <a:solidFill>
                  <a:srgbClr val="1E293B"/>
                </a:solidFill>
              </a:rPr>
              <a:t>  ✅ localStorage theme cache — theme now applied before first paint</a:t>
            </a:r>
          </a:p>
          <a:p>
            <a:r>
              <a:rPr sz="1300">
                <a:solidFill>
                  <a:srgbClr val="1E293B"/>
                </a:solidFill>
              </a:rPr>
              <a:t>  ✅ Inline script in &lt;head&gt; of all 11 pages reads opsHubTheme from localStorage</a:t>
            </a:r>
          </a:p>
          <a:p>
            <a:r>
              <a:rPr sz="1300">
                <a:solidFill>
                  <a:srgbClr val="1E293B"/>
                </a:solidFill>
              </a:rPr>
              <a:t>  ✅ applyTheme() now persists theme to localStorage on every change</a:t>
            </a:r>
          </a:p>
          <a:p>
            <a:r>
              <a:rPr sz="600">
                <a:solidFill>
                  <a:srgbClr val="1E293B"/>
                </a:solidFill>
              </a:rPr>
              <a:t/>
            </a:r>
          </a:p>
          <a:p>
            <a:r>
              <a:rPr sz="1300">
                <a:solidFill>
                  <a:srgbClr val="1E293B"/>
                </a:solidFill>
              </a:rPr>
              <a:t>Week Ahead parser fixes:</a:t>
            </a:r>
          </a:p>
          <a:p>
            <a:r>
              <a:rPr sz="1300">
                <a:solidFill>
                  <a:srgbClr val="1E293B"/>
                </a:solidFill>
              </a:rPr>
              <a:t>  ✅ raw: false on sheet_to_json — prevents Excel serial-date values</a:t>
            </a:r>
          </a:p>
          <a:p>
            <a:r>
              <a:rPr sz="1300">
                <a:solidFill>
                  <a:srgbClr val="1E293B"/>
                </a:solidFill>
              </a:rPr>
              <a:t>  ✅ Merged-cell scan for date header — searches all cells in DATE row</a:t>
            </a:r>
          </a:p>
          <a:p>
            <a:r>
              <a:rPr sz="1300">
                <a:solidFill>
                  <a:srgbClr val="1E293B"/>
                </a:solidFill>
              </a:rPr>
              <a:t>  ✅ Time-regex guard — rejects TOTAL DELEGATES, Day, Various junk rows</a:t>
            </a:r>
          </a:p>
          <a:p>
            <a:r>
              <a:rPr sz="1300">
                <a:solidFill>
                  <a:srgbClr val="1E293B"/>
                </a:solidFill>
              </a:rPr>
              <a:t>  ✅ Abbreviated month names (Jan, Feb … Dec) added to parser</a:t>
            </a:r>
          </a:p>
          <a:p>
            <a:r>
              <a:rPr sz="1300">
                <a:solidFill>
                  <a:srgbClr val="1E293B"/>
                </a:solidFill>
              </a:rPr>
              <a:t>  ✅ Post-upload navigation — view jumps to the week that was just uploaded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